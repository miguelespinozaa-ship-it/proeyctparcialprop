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vendidas</c:v>
                </c:pt>
              </c:strCache>
            </c:strRef>
          </c:tx>
          <c:spPr>
            <a:solidFill>
              <a:srgbClr val="ED7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Pizza Margarita (Pizza Bella)</c:v>
                  </c:pt>
                  <c:pt idx="1">
                    <c:v>Ají de Gallina (Sabor Criollo)</c:v>
                  </c:pt>
                  <c:pt idx="2">
                    <c:v>Lomo Saltado (Sabor Criollo)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25209</c:v>
                </c:pt>
                <c:pt idx="1">
                  <c:v>20640</c:v>
                </c:pt>
                <c:pt idx="2">
                  <c:v>20593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Delivery Cloud: cinco microservicios en Docker, una aplicación web y un pipeline de datos, todo desplegado en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roles: customer, admin de restaurante y delivery. El pedido pasa por tres estados: PEDIDO, ENVIADO y ENTREGADO.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clave. Cada base de datos tiene más de 20,000 registros cargados de una sola vez con scripts incluidos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petición entra por API Gateway y un VPC Link hacia un ALB interno. Las bases de datos y la ingesta viven en instancias sin acceso desde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MS3 valida cada plato contra MS2 antes de guardar el pedido. MS4 combina tres servicios sin base de datos propia. MS5 usa boto3 para consultar Athena.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Diagramas entidad-relación de las dos bases SQL. Las referencias entre servicios (customer_id, restaurant_id) son lógicas y se resuelven por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Estructura JSON del documento de restaurante. Al ser 20,000 documentos, el listado se paginó.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probó el balanceo con 30 peticiones y la tolerancia a fallos deteniendo NGINX en la segunda VM: la otra atendió todo el tráfico.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SPA tiene login y rutas por rol. Se despliega en AWS Amplify y habla con el API Gateway por HTTPS.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MV de ingesta ejecuta tres contenedores Python que hacen pull del 100% de las tablas y las suben a S3. Glue las cataloga y Athena las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entidad-relación de las cinco tablas del catálogo. Las relaciones son lógicas y se resuelven con JOIN en Athena.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ejecución tiene un ID que se puede verificar en el historial de consultas de la consola de Athena. El gráfico muestra las unidades vendidas de la consulta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Capturas reales de la consola de Amazon Athena con el workgroup pp-workgroup.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paginado se agregó sin romper a los consumidores: sin parámetros el comportamiento es el de siempre.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se ejecutaron en local y contra AWS a través del API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Limitaciones conocidas y mejoras planeadas.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43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Cloud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delivery con microservicios, data lake y analítica en AWS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Parcial · Semanas 3 a 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github.com/miguelespinozaa-ship-it/ProeyctParcialProp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Aplicación: main.d2wzxjgeu63fi4.amplifyapp.com</a:t>
            </a:r>
            <a:endParaRPr lang="en-US" sz="1050" dirty="0"/>
          </a:p>
        </p:txBody>
      </p:sp>
      <p:pic>
        <p:nvPicPr>
          <p:cNvPr id="6" name="Image 0" descr="/home/m4ik_1/Documentos/cloudddd/entregables/capturas/01-customer-restaur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1452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pic>
        <p:nvPicPr>
          <p:cNvPr id="7" name="Image 1" descr="/home/m4ik_1/Documentos/cloudddd/entregables/capturas/03-admin-pedid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788920"/>
            <a:ext cx="2743200" cy="167163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de delivery con tres roles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rol tiene su propio flujo de punta a punta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restaurantes (20,000)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su carrito y hace pedidos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el pedido y deja reseñas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 restaurante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 su menú (CRUD)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qué platos pidió cada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 el pedido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los pedidos disponibles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un pedido (solo uno gana)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marca como entregado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Detrás: 5 microservicios en Docker, un data lake en S3 con analítica en Athena y una SPA en AWS Amplify.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en cifras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 en Docker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y 3 bases de datos (2 SQL, 1 NoSQL)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20,000+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en cada base de datos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virtuales (2 de App balanceadas)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de Postman · 69 aserciones · 0 fallos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+ 2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JOIN y vistas en Athena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2800" dirty="0"/>
          </a:p>
        </p:txBody>
      </p:sp>
      <p:pic>
        <p:nvPicPr>
          <p:cNvPr id="3" name="Image 0" descr="/home/m4ik_1/Documentos/cloudddd/infra/diagramas/arquitectura-solu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295" y="822960"/>
            <a:ext cx="658749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100584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06640" y="10789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de punta a punta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15544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→ API Gateway → VPC Link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15200" y="22860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06640" y="235915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Balanceador interno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8346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sin IP pública reparte entre 2 VMs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315200" y="356616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privada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41148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puertos abiertos a internet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microservicios, tres lenguajes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con su responsabilidad y su propia documentación Swagger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/ Auth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login JWT, perfil y direcciones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66544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6272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176272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76272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6272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176272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Restaurantes, menú y reseñas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67328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77056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77056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Express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877056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y sus estados; consulta a MS1 y MS2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68112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7784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base de datos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y dashboards con MS1, MS2 y MS3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68896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8624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MS5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Athena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78624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SQL al data lake con boto3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 consume a MS1 y MS2 · MS4 no tiene base de datos y solo consume a otros · MS5 ejecuta queries en Athena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relacional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tablas relacionadas por cada base SQL</a:t>
            </a:r>
            <a:endParaRPr lang="en-US" sz="1400" dirty="0"/>
          </a:p>
        </p:txBody>
      </p:sp>
      <p:pic>
        <p:nvPicPr>
          <p:cNvPr id="4" name="Image 0" descr="/home/m4ik_1/Documentos/cloudddd/infra/diagramas/er-mysql-m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4114800" cy="2139696"/>
          </a:xfrm>
          <a:prstGeom prst="rect">
            <a:avLst/>
          </a:prstGeom>
        </p:spPr>
      </p:pic>
      <p:pic>
        <p:nvPicPr>
          <p:cNvPr id="5" name="Image 1" descr="/home/m4ik_1/Documentos/cloudddd/infra/diagramas/er-postgresql-ms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114800" cy="222199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3538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MS1 · MySQL 8.0 — usuarios 1:N direcciones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663440" y="36210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 · PostgreSQL 16 — orders 1:N order_items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masiva única: 20,007 usuarios (seed.py) y 20,009 pedidos con 26,566 ítems (seed.js)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MongoDB: platos y reseñas embebidos</a:t>
            </a:r>
            <a:endParaRPr lang="en-US" sz="2800" dirty="0"/>
          </a:p>
        </p:txBody>
      </p:sp>
      <p:pic>
        <p:nvPicPr>
          <p:cNvPr id="3" name="Image 0" descr="/home/m4ik_1/Documentos/cloudddd/infra/diagramas/json-mongodb-m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5486400" cy="313508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188720"/>
            <a:ext cx="2651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restaurantes cargados con seed.js (mongosh)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Platos y reseñas van embebidos: se leen siempre junto al restaurante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en categoría y ciudad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paginado: 12 restaurantes por página en la web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AWS con balanceo de carga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→ API Gateway → VPC Link → ALB interno → 2 VMs de App → BD privada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DECEF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Amplify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React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308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DE7F1"/>
          </a:solidFill>
          <a:ln w="19050">
            <a:solidFill>
              <a:srgbClr val="E715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8308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4612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Link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 privada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interno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IP pública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9050">
            <a:solidFill>
              <a:srgbClr val="ED7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EC2 App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+ 5 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0664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6E9FB"/>
          </a:solidFill>
          <a:ln w="19050">
            <a:solidFill>
              <a:srgbClr val="3B48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3524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BD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PG · Mongo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43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peticiones atendidas por app-1 y app-2 (cabecera X-Served-By)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743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de 30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200 con una VM caída: el ALB la saca de rotación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27432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la BD abiertos a internet (solo el SG de App e Ingesta)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React, desplegada en AWS Amplify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 aplicación en producción</a:t>
            </a:r>
            <a:endParaRPr lang="en-US" sz="1400" dirty="0"/>
          </a:p>
        </p:txBody>
      </p:sp>
      <p:pic>
        <p:nvPicPr>
          <p:cNvPr id="4" name="Image 0" descr="/home/m4ik_1/Documentos/cloudddd/entregables/capturas/01-customer-restaur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36576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20,000 restaurantes paginados</a:t>
            </a:r>
            <a:endParaRPr lang="en-US" sz="1200" dirty="0"/>
          </a:p>
        </p:txBody>
      </p:sp>
      <p:pic>
        <p:nvPicPr>
          <p:cNvPr id="6" name="Image 1" descr="/home/m4ik_1/Documentos/cloudddd/entregables/capturas/02-customer-menu-resen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320040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Reseñas: promedio, lista y formulario</a:t>
            </a:r>
            <a:endParaRPr lang="en-US" sz="1200" dirty="0"/>
          </a:p>
        </p:txBody>
      </p:sp>
      <p:pic>
        <p:nvPicPr>
          <p:cNvPr id="8" name="Image 2" descr="/home/m4ik_1/Documentos/cloudddd/entregables/capturas/03-admin-pedid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603504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platos y cantidades de cada pedido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desde GitHub: cada push a main se despliega solo. Consume los 5 microservicios por el API Gateway: 5 · 9 · 8 · 4 · 2 llamadas REST hacia MS1 … MS5 (el mínimo pedido era 2 por servicio).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Data Science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bases de datos a una consulta SQL en Athena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6E9FB"/>
          </a:solidFill>
          <a:ln w="19050">
            <a:solidFill>
              <a:srgbClr val="3B48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bases de datos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PG · Mongo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308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FF3E0"/>
          </a:solidFill>
          <a:ln w="19050">
            <a:solidFill>
              <a:srgbClr val="ED7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8308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de ingesta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contenedores Python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4612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8F5E1"/>
          </a:solidFill>
          <a:ln w="19050">
            <a:solidFill>
              <a:srgbClr val="3F86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Data Lake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JSONL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+ catálogo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Athena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2 vistas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0664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DECEF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352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MS5 → Web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 en la SPA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del 100 %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contenedor extrae todas las tablas de un microservicio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refresh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38328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reemplaza el snapshot anterior: sin duplicados en Athena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3504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tablas en Glue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direcciones, orders, order_items y mongodb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datos en AWS Glue</a:t>
            </a:r>
            <a:endParaRPr lang="en-US" sz="2800" dirty="0"/>
          </a:p>
        </p:txBody>
      </p:sp>
      <p:pic>
        <p:nvPicPr>
          <p:cNvPr id="3" name="Image 0" descr="/home/m4ik_1/Documentos/cloudddd/infra/diagramas/er-catalogo-g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77240"/>
            <a:ext cx="8046720" cy="41320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vistas en Amazon Athena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consultas con JOIN sobre varias tablas y 2 vistas · con el ID de cada ejecución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822960"/>
                <a:gridCol w="19202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Tablas unidas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de ejecución (Athena)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Ventas por restaurante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order_items + mongodb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6568912e-2abe…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Clientes con mayor gasto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usuarios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890bb508-1f76…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Platos más vendidos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order_items + orders + mongodb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8b7213e4-57ce…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Ciudad del cliente vs. entrega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usuarios + direcciones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45f534a4-801f…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v_resumen_ventas_restaurante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JOIN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ac099df1-4664…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v_metricas_usuarios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JOIN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13e4a748-b0ae…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57200" y="3657600"/>
          <a:ext cx="82296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en la consola de Athena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las consultas y vistas ejecutadas sobre el data lake</a:t>
            </a:r>
            <a:endParaRPr lang="en-US" sz="1400" dirty="0"/>
          </a:p>
        </p:txBody>
      </p:sp>
      <p:pic>
        <p:nvPicPr>
          <p:cNvPr id="4" name="Image 0" descr="/home/m4ik_1/Documentos/cloudddd/entregables/capturas-athena/consult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280160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1691640" y="286893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1 · ventas por restaurante</a:t>
            </a:r>
            <a:endParaRPr lang="en-US" sz="1100" dirty="0"/>
          </a:p>
        </p:txBody>
      </p:sp>
      <p:pic>
        <p:nvPicPr>
          <p:cNvPr id="6" name="Image 1" descr="/home/m4ik_1/Documentos/cloudddd/entregables/capturas-athena/consulta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4709160" y="286893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2 · clientes con mayor gasto</a:t>
            </a:r>
            <a:endParaRPr lang="en-US" sz="1100" dirty="0"/>
          </a:p>
        </p:txBody>
      </p:sp>
      <p:pic>
        <p:nvPicPr>
          <p:cNvPr id="8" name="Image 2" descr="/home/m4ik_1/Documentos/cloudddd/entregables/capturas-athena/consulta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207258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1691640" y="47960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3 · platos más vendidos</a:t>
            </a:r>
            <a:endParaRPr lang="en-US" sz="1100" dirty="0"/>
          </a:p>
        </p:txBody>
      </p:sp>
      <p:pic>
        <p:nvPicPr>
          <p:cNvPr id="10" name="Image 3" descr="/home/m4ik_1/Documentos/cloudddd/entregables/capturas-athena/vista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207258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11" name="Text 5"/>
          <p:cNvSpPr txBox="1"/>
          <p:nvPr/>
        </p:nvSpPr>
        <p:spPr>
          <a:xfrm>
            <a:off x="4709160" y="47960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v_resumen_ventas_restaurante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 opcional: de megabytes a kilobytes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ruta, dos modos: sin parámetros devuelve todo; con ?page= y ?page_size= devuelve una página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paginar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1417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28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MB · 0.84 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KB · 60 ms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697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(MS1)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697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MB · 2.3 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página: 14 ms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Restaurantes (20,000)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3566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MB · 1.0 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12: 14 ms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page_size vale 20 por defecto y se limita a 100 · total en la cabecera X-Total-Count · mediciones locales con unos 40 mil pedidos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validación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de Postman/Newman · 69 aserciones · 0 fallos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comprobaciones del recorrido E2E en navegador (3 roles)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200 con una de las 2 VMs caída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error incluidos: 400, 401 y 422; con y sin paginado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 de Athena coinciden con las bases de datos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22, 3306, 5432 y 27017 cerrados a internet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verificado en los 5 servicios a través del API Gateway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próximos pasos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actuales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VMs aún aceptan el puerto 80 desde internet: cerrar y dejar solo el ALB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 t2.micro (1 GB) con swap: subir a t3.small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el usuario de las reseñas del token JWT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la ingesta y el crawler (EventBridge)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pruebas automáticas en el pipeline de CI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password_hash del data lake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Cloud · microservicios, data lake y analítica en AWS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 (repositorio público)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github.com/miguelespinozaa-ship-it/ProeyctParcialProp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(AWS Amplify)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main.d2wzxjgeu63fi4.amplifyapp.com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 (API Gateway, HTTPS)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jt3z0elcud.execute-api.us-east-1.amazonaws.com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 Cloud</dc:title>
  <dc:subject>PptxGenJS Presentation</dc:subject>
  <dc:creator>PptxGenJS</dc:creator>
  <cp:lastModifiedBy>PptxGenJS</cp:lastModifiedBy>
  <cp:revision>1</cp:revision>
  <dcterms:created xsi:type="dcterms:W3CDTF">2026-09-21T14:27:05Z</dcterms:created>
  <dcterms:modified xsi:type="dcterms:W3CDTF">2026-09-21T14:27:05Z</dcterms:modified>
</cp:coreProperties>
</file>